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SAML &amp; SCIM Integration: Microsoft Entra ID + AWS IAM Identity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Microsoft Entra ID</a:t>
            </a:r>
          </a:p>
          <a:p>
            <a:r>
              <a:t>(Identity Provider)</a:t>
            </a:r>
          </a:p>
          <a:p>
            <a:r>
              <a:t>- Users &amp; Groups</a:t>
            </a:r>
          </a:p>
          <a:p>
            <a:r>
              <a:t>- SAML IdP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914400"/>
            <a:ext cx="27432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IAM Identity Center</a:t>
            </a:r>
          </a:p>
          <a:p>
            <a:r>
              <a:t>(Service Provider)</a:t>
            </a:r>
          </a:p>
          <a:p>
            <a:r>
              <a:t>- SCIM Provisioning</a:t>
            </a:r>
          </a:p>
          <a:p>
            <a:r>
              <a:t>- SAML SP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Console / Apps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371600"/>
            <a:ext cx="914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2011680"/>
            <a:ext cx="0" cy="7315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