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2286000" cy="2743200"/>
          </a:xfrm>
          <a:prstGeom prst="rect">
            <a:avLst/>
          </a:prstGeom>
          <a:solidFill>
            <a:srgbClr val="FFEFD5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</a:rPr>
              <a:t>Azure Repos</a:t>
            </a:r>
          </a:p>
          <a:p/>
          <a:p>
            <a:r>
              <a:t>Repository PRJ A (.tf)</a:t>
            </a:r>
          </a:p>
          <a:p/>
          <a:p>
            <a:r>
              <a:t>Repository PRJ B (.tf)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2743200" cy="3657600"/>
          </a:xfrm>
          <a:prstGeom prst="rect">
            <a:avLst/>
          </a:prstGeom>
          <a:solidFill>
            <a:srgbClr val="D3D3D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</a:rPr>
              <a:t>Terraform</a:t>
            </a:r>
          </a:p>
          <a:p/>
          <a:p>
            <a:r>
              <a:t>WorkSpace PRJ A (.tf | .tfstate | Variables)</a:t>
            </a:r>
          </a:p>
          <a:p/>
          <a:p>
            <a:r>
              <a:t>WorkSpace PRJ B (.tf | .tfstate | Variables)</a:t>
            </a:r>
          </a:p>
          <a:p/>
          <a:p>
            <a:r>
              <a:t>Private Module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286000" cy="1371600"/>
          </a:xfrm>
          <a:prstGeom prst="rect">
            <a:avLst/>
          </a:prstGeom>
          <a:solidFill>
            <a:srgbClr val="F0FFF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</a:rPr>
              <a:t>Terraform Vault</a:t>
            </a:r>
          </a:p>
          <a:p>
            <a:r>
              <a:t>(Secrets Management)</a:t>
            </a:r>
          </a:p>
          <a:p/>
          <a:p>
            <a:r>
              <a:t>Stores &amp; Provides Secrets to 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13716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</a:rPr>
              <a:t>AWS Cloud (PRJ A)</a:t>
            </a:r>
          </a:p>
          <a:p>
            <a:r>
              <a:t>VPC + Subnets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32004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</a:rPr>
              <a:t>AWS Cloud (PRJ B)</a:t>
            </a:r>
          </a:p>
          <a:p>
            <a:r>
              <a:t>VPC + Subnets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